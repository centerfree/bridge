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B4B4C-7DF3-4B97-8DDF-0554F2AAFC51}" v="16" dt="2021-07-04T18:40:03.570"/>
    <p1510:client id="{69372E03-810A-4FD5-9D8E-73EA2193B629}" v="88" dt="2021-07-04T19:06:17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A8AEC378-699B-4217-832F-96E744E02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24" y="1291345"/>
            <a:ext cx="2743200" cy="182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742F4DB2-496D-4DC5-AE7C-041618109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788" y="1715833"/>
            <a:ext cx="3051048" cy="3286125"/>
          </a:xfrm>
          <a:prstGeom prst="rect">
            <a:avLst/>
          </a:prstGeom>
        </p:spPr>
      </p:pic>
      <p:pic>
        <p:nvPicPr>
          <p:cNvPr id="6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A1A20AAF-6BAE-44F5-BE81-EC70E6245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6302" y="1625537"/>
            <a:ext cx="2313813" cy="20097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ED4F82-24B7-49DE-A411-77DB7FA73001}"/>
              </a:ext>
            </a:extLst>
          </p:cNvPr>
          <p:cNvCxnSpPr/>
          <p:nvPr/>
        </p:nvCxnSpPr>
        <p:spPr>
          <a:xfrm>
            <a:off x="2288568" y="2340581"/>
            <a:ext cx="3250555" cy="321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40E29F-AB10-4F80-834C-16D668DEB210}"/>
              </a:ext>
            </a:extLst>
          </p:cNvPr>
          <p:cNvCxnSpPr>
            <a:cxnSpLocks/>
          </p:cNvCxnSpPr>
          <p:nvPr/>
        </p:nvCxnSpPr>
        <p:spPr>
          <a:xfrm>
            <a:off x="2313348" y="2334386"/>
            <a:ext cx="3975384" cy="581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99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44442014-57A3-447B-A1B8-633CDE1AF7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5" b="6383"/>
          <a:stretch/>
        </p:blipFill>
        <p:spPr>
          <a:xfrm>
            <a:off x="5015803" y="1717016"/>
            <a:ext cx="1955961" cy="2184672"/>
          </a:xfrm>
          <a:prstGeom prst="rect">
            <a:avLst/>
          </a:prstGeom>
        </p:spPr>
      </p:pic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69CC58BA-BE9B-408F-A08C-A96D57CA8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6302" y="1625537"/>
            <a:ext cx="2313813" cy="20097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A1733C-D5F6-460D-A914-FA9DA2425AF8}"/>
              </a:ext>
            </a:extLst>
          </p:cNvPr>
          <p:cNvCxnSpPr/>
          <p:nvPr/>
        </p:nvCxnSpPr>
        <p:spPr>
          <a:xfrm flipV="1">
            <a:off x="2294763" y="2296869"/>
            <a:ext cx="3417823" cy="561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FE2A8A-1111-4053-8A1D-B8392251AB08}"/>
              </a:ext>
            </a:extLst>
          </p:cNvPr>
          <p:cNvCxnSpPr>
            <a:cxnSpLocks/>
          </p:cNvCxnSpPr>
          <p:nvPr/>
        </p:nvCxnSpPr>
        <p:spPr>
          <a:xfrm>
            <a:off x="2300958" y="2377752"/>
            <a:ext cx="3293921" cy="739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801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62</cp:revision>
  <dcterms:created xsi:type="dcterms:W3CDTF">2021-07-04T17:55:16Z</dcterms:created>
  <dcterms:modified xsi:type="dcterms:W3CDTF">2021-07-05T14:07:19Z</dcterms:modified>
</cp:coreProperties>
</file>