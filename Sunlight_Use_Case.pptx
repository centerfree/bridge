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0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9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59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5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8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7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9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2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41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BE8EF-8203-4016-8F15-612BF7C11B47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75933-0C81-4AD7-B73B-3719F0377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8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image" Target="../media/image2.gif"/><Relationship Id="rId7" Type="http://schemas.openxmlformats.org/officeDocument/2006/relationships/image" Target="../media/image5.png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microsoft.com/office/2007/relationships/hdphoto" Target="../media/hdphoto2.wdp"/><Relationship Id="rId10" Type="http://schemas.openxmlformats.org/officeDocument/2006/relationships/image" Target="../media/image1.wmf"/><Relationship Id="rId4" Type="http://schemas.openxmlformats.org/officeDocument/2006/relationships/image" Target="../media/image3.jpe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microsoft.com/office/2007/relationships/hdphoto" Target="../media/hdphoto2.wdp"/><Relationship Id="rId3" Type="http://schemas.openxmlformats.org/officeDocument/2006/relationships/image" Target="../media/image10.jpe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jpeg"/><Relationship Id="rId11" Type="http://schemas.openxmlformats.org/officeDocument/2006/relationships/image" Target="../media/image13.jpeg"/><Relationship Id="rId5" Type="http://schemas.openxmlformats.org/officeDocument/2006/relationships/image" Target="../media/image12.jpeg"/><Relationship Id="rId15" Type="http://schemas.microsoft.com/office/2007/relationships/hdphoto" Target="../media/hdphoto3.wdp"/><Relationship Id="rId10" Type="http://schemas.openxmlformats.org/officeDocument/2006/relationships/image" Target="../media/image1.wmf"/><Relationship Id="rId4" Type="http://schemas.openxmlformats.org/officeDocument/2006/relationships/image" Target="../media/image11.jpe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Picture 17" descr="Radiation Spectr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1313763"/>
            <a:ext cx="5675312" cy="283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6205149" y="0"/>
            <a:ext cx="1981589" cy="1575869"/>
            <a:chOff x="7236757" y="829289"/>
            <a:chExt cx="1981589" cy="1737699"/>
          </a:xfrm>
        </p:grpSpPr>
        <p:sp>
          <p:nvSpPr>
            <p:cNvPr id="21" name="TextBox 20"/>
            <p:cNvSpPr txBox="1"/>
            <p:nvPr/>
          </p:nvSpPr>
          <p:spPr>
            <a:xfrm>
              <a:off x="7236757" y="829289"/>
              <a:ext cx="1981589" cy="7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Sunlight emission spectrum</a:t>
              </a:r>
              <a:endParaRPr lang="en-US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7981950" y="1475620"/>
              <a:ext cx="95250" cy="1091368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2082307" y="3790354"/>
            <a:ext cx="3813030" cy="3060971"/>
            <a:chOff x="2247293" y="3748960"/>
            <a:chExt cx="3813030" cy="3060971"/>
          </a:xfrm>
        </p:grpSpPr>
        <p:grpSp>
          <p:nvGrpSpPr>
            <p:cNvPr id="40" name="Group 39"/>
            <p:cNvGrpSpPr/>
            <p:nvPr/>
          </p:nvGrpSpPr>
          <p:grpSpPr>
            <a:xfrm>
              <a:off x="2247293" y="3864722"/>
              <a:ext cx="3813030" cy="2945209"/>
              <a:chOff x="2247293" y="3864722"/>
              <a:chExt cx="3813030" cy="2945209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2247293" y="5909595"/>
                <a:ext cx="17217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UWB:</a:t>
                </a:r>
              </a:p>
              <a:p>
                <a:pPr algn="ctr"/>
                <a:r>
                  <a:rPr lang="en-US" dirty="0" smtClean="0"/>
                  <a:t> 5 – 50 mm</a:t>
                </a:r>
                <a:endParaRPr lang="en-US" dirty="0"/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2379901" y="3864722"/>
                <a:ext cx="3680422" cy="2945209"/>
                <a:chOff x="2379901" y="3864722"/>
                <a:chExt cx="3680422" cy="2945209"/>
              </a:xfrm>
            </p:grpSpPr>
            <p:pic>
              <p:nvPicPr>
                <p:cNvPr id="36" name="Picture 2" descr="Mobile Phone Clipart High Res Stock Images | Shutter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9305" t="8198" r="7391" b="13577"/>
                <a:stretch/>
              </p:blipFill>
              <p:spPr bwMode="auto">
                <a:xfrm flipH="1">
                  <a:off x="4335927" y="3864722"/>
                  <a:ext cx="423287" cy="15495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26" name="Group 25"/>
                <p:cNvGrpSpPr/>
                <p:nvPr/>
              </p:nvGrpSpPr>
              <p:grpSpPr>
                <a:xfrm>
                  <a:off x="2379901" y="4269225"/>
                  <a:ext cx="3680422" cy="2540706"/>
                  <a:chOff x="2379901" y="4269225"/>
                  <a:chExt cx="3680422" cy="2540706"/>
                </a:xfrm>
              </p:grpSpPr>
              <p:pic>
                <p:nvPicPr>
                  <p:cNvPr id="1026" name="Picture 2" descr="Mobile Phone Clipart High Res Stock Images | Shutterstock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199" t="8198" r="7391" b="13577"/>
                  <a:stretch/>
                </p:blipFill>
                <p:spPr bwMode="auto">
                  <a:xfrm>
                    <a:off x="2379901" y="4431459"/>
                    <a:ext cx="1589103" cy="154954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9" name="Picture 4" descr="character looking away clip art - person looking right clipart PNG image  with transparent background | TOPpng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466" b="96857" l="10000" r="9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4035749" y="4269225"/>
                    <a:ext cx="2024574" cy="215023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3748245" y="6163600"/>
                    <a:ext cx="191661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 smtClean="0"/>
                      <a:t>UWB based</a:t>
                    </a:r>
                  </a:p>
                  <a:p>
                    <a:pPr algn="ctr"/>
                    <a:r>
                      <a:rPr lang="en-US" b="1" dirty="0" smtClean="0"/>
                      <a:t>Eye tracking</a:t>
                    </a:r>
                  </a:p>
                </p:txBody>
              </p:sp>
            </p:grpSp>
          </p:grpSp>
        </p:grpSp>
        <p:sp>
          <p:nvSpPr>
            <p:cNvPr id="43" name="TextBox 42"/>
            <p:cNvSpPr txBox="1"/>
            <p:nvPr/>
          </p:nvSpPr>
          <p:spPr>
            <a:xfrm>
              <a:off x="3421464" y="5376247"/>
              <a:ext cx="7508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err="1" smtClean="0">
                  <a:latin typeface="Arial Narrow" panose="020B0606020202030204" pitchFamily="34" charset="0"/>
                </a:rPr>
                <a:t>Tx</a:t>
              </a:r>
              <a:r>
                <a:rPr lang="en-US" b="1" dirty="0" smtClean="0">
                  <a:latin typeface="Arial Narrow" panose="020B0606020202030204" pitchFamily="34" charset="0"/>
                </a:rPr>
                <a:t> Wave</a:t>
              </a:r>
              <a:endParaRPr lang="en-US" b="1" dirty="0">
                <a:latin typeface="Arial Narrow" panose="020B0606020202030204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562327" y="3748960"/>
              <a:ext cx="7072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R</a:t>
              </a:r>
              <a:r>
                <a:rPr lang="en-US" b="1" dirty="0" smtClean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x Wave</a:t>
              </a:r>
              <a:endParaRPr lang="en-US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9978" y="764087"/>
            <a:ext cx="3034616" cy="3259526"/>
            <a:chOff x="73763" y="764087"/>
            <a:chExt cx="3034616" cy="3259526"/>
          </a:xfrm>
        </p:grpSpPr>
        <p:grpSp>
          <p:nvGrpSpPr>
            <p:cNvPr id="18" name="Group 17"/>
            <p:cNvGrpSpPr/>
            <p:nvPr/>
          </p:nvGrpSpPr>
          <p:grpSpPr>
            <a:xfrm>
              <a:off x="73763" y="764087"/>
              <a:ext cx="3034616" cy="3259526"/>
              <a:chOff x="68790" y="734949"/>
              <a:chExt cx="3034616" cy="3259526"/>
            </a:xfrm>
          </p:grpSpPr>
          <p:pic>
            <p:nvPicPr>
              <p:cNvPr id="9" name="Picture 8" descr="PrintTest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763" r="16932"/>
              <a:stretch/>
            </p:blipFill>
            <p:spPr bwMode="auto">
              <a:xfrm>
                <a:off x="140023" y="734949"/>
                <a:ext cx="1898676" cy="22914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character looking away clip art - person looking right clipart PNG image  with transparent background | TOP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66" b="96857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078832" y="1191328"/>
                <a:ext cx="2024574" cy="2150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68790" y="2695228"/>
                <a:ext cx="17217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Near Infrared: 750 – 1500 nm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94811" y="3348144"/>
                <a:ext cx="19166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/>
                  <a:t>Camera / IR based</a:t>
                </a:r>
              </a:p>
              <a:p>
                <a:pPr algn="ctr"/>
                <a:r>
                  <a:rPr lang="en-US" b="1" dirty="0" smtClean="0"/>
                  <a:t>Eye tracking</a:t>
                </a:r>
              </a:p>
            </p:txBody>
          </p:sp>
        </p:grpSp>
        <p:pic>
          <p:nvPicPr>
            <p:cNvPr id="10" name="Picture 6" descr="File:Drawing of a CCTV Camera.svg - Wikimedia Common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22" y="1273072"/>
              <a:ext cx="1008231" cy="627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/>
          <p:cNvGrpSpPr/>
          <p:nvPr/>
        </p:nvGrpSpPr>
        <p:grpSpPr>
          <a:xfrm>
            <a:off x="522011" y="-164767"/>
            <a:ext cx="8491421" cy="2791977"/>
            <a:chOff x="619447" y="-161857"/>
            <a:chExt cx="8491421" cy="2791977"/>
          </a:xfrm>
        </p:grpSpPr>
        <p:grpSp>
          <p:nvGrpSpPr>
            <p:cNvPr id="32" name="Group 31"/>
            <p:cNvGrpSpPr/>
            <p:nvPr/>
          </p:nvGrpSpPr>
          <p:grpSpPr>
            <a:xfrm>
              <a:off x="7389157" y="981689"/>
              <a:ext cx="1721711" cy="1648431"/>
              <a:chOff x="7236757" y="829289"/>
              <a:chExt cx="1721711" cy="1648431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236757" y="829289"/>
                <a:ext cx="17217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Interference with sunlight</a:t>
                </a:r>
                <a:endParaRPr lang="en-US" dirty="0"/>
              </a:p>
            </p:txBody>
          </p:sp>
          <p:cxnSp>
            <p:nvCxnSpPr>
              <p:cNvPr id="34" name="Straight Arrow Connector 33"/>
              <p:cNvCxnSpPr/>
              <p:nvPr/>
            </p:nvCxnSpPr>
            <p:spPr>
              <a:xfrm flipH="1">
                <a:off x="7972457" y="1475620"/>
                <a:ext cx="104743" cy="1002100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619447" y="-161857"/>
              <a:ext cx="1660332" cy="2241405"/>
              <a:chOff x="619447" y="-123757"/>
              <a:chExt cx="1660332" cy="2241405"/>
            </a:xfrm>
          </p:grpSpPr>
          <p:graphicFrame>
            <p:nvGraphicFramePr>
              <p:cNvPr id="5" name="Object 4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619447" y="69573"/>
              <a:ext cx="750282" cy="710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" name="Bitmap Image" r:id="rId9" imgW="445680" imgH="423000" progId="Paint.Picture.1">
                      <p:embed/>
                    </p:oleObj>
                  </mc:Choice>
                  <mc:Fallback>
                    <p:oleObj name="Bitmap Image" r:id="rId9" imgW="445680" imgH="423000" progId="Paint.Picture.1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19447" y="69573"/>
                            <a:ext cx="750282" cy="71023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Trapezoid 5"/>
              <p:cNvSpPr/>
              <p:nvPr/>
            </p:nvSpPr>
            <p:spPr>
              <a:xfrm rot="18968314">
                <a:off x="747568" y="-123757"/>
                <a:ext cx="1532211" cy="2241405"/>
              </a:xfrm>
              <a:prstGeom prst="trapezoid">
                <a:avLst>
                  <a:gd name="adj" fmla="val 41074"/>
                </a:avLst>
              </a:prstGeom>
              <a:solidFill>
                <a:schemeClr val="accent4">
                  <a:alpha val="42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44" name="Picture 20" descr="Red Wrong Cross Clip Art at Clker.com - vector clip art ...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0727" y="873231"/>
                <a:ext cx="644790" cy="6361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8" name="Group 27"/>
          <p:cNvGrpSpPr/>
          <p:nvPr/>
        </p:nvGrpSpPr>
        <p:grpSpPr>
          <a:xfrm>
            <a:off x="3407679" y="894106"/>
            <a:ext cx="8427346" cy="4437258"/>
            <a:chOff x="3441700" y="829289"/>
            <a:chExt cx="8427346" cy="4437258"/>
          </a:xfrm>
        </p:grpSpPr>
        <p:grpSp>
          <p:nvGrpSpPr>
            <p:cNvPr id="29" name="Group 28"/>
            <p:cNvGrpSpPr/>
            <p:nvPr/>
          </p:nvGrpSpPr>
          <p:grpSpPr>
            <a:xfrm>
              <a:off x="10147335" y="829289"/>
              <a:ext cx="1721711" cy="1737699"/>
              <a:chOff x="7236757" y="829289"/>
              <a:chExt cx="1721711" cy="1737699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7236757" y="829289"/>
                <a:ext cx="17217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No interference with sunlight</a:t>
                </a:r>
                <a:endParaRPr lang="en-US" dirty="0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 flipH="1">
                <a:off x="7981950" y="1475620"/>
                <a:ext cx="95250" cy="1091368"/>
              </a:xfrm>
              <a:prstGeom prst="straightConnector1">
                <a:avLst/>
              </a:prstGeom>
              <a:ln w="6350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>
            <a:xfrm>
              <a:off x="3441700" y="3025142"/>
              <a:ext cx="1704453" cy="2241405"/>
              <a:chOff x="3441700" y="3025142"/>
              <a:chExt cx="1704453" cy="2241405"/>
            </a:xfrm>
          </p:grpSpPr>
          <p:graphicFrame>
            <p:nvGraphicFramePr>
              <p:cNvPr id="37" name="Object 3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441700" y="3203740"/>
              <a:ext cx="750282" cy="710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7" name="Bitmap Image" r:id="rId12" imgW="445680" imgH="423000" progId="Paint.Picture.1">
                      <p:embed/>
                    </p:oleObj>
                  </mc:Choice>
                  <mc:Fallback>
                    <p:oleObj name="Bitmap Image" r:id="rId12" imgW="445680" imgH="423000" progId="Paint.Picture.1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441700" y="3203740"/>
                            <a:ext cx="750282" cy="71023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62" name="Picture 24" descr="Correct Tick - ClipArt Best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5176" y="3988823"/>
                <a:ext cx="637378" cy="7294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Trapezoid 60"/>
              <p:cNvSpPr/>
              <p:nvPr/>
            </p:nvSpPr>
            <p:spPr>
              <a:xfrm rot="18968314">
                <a:off x="3613942" y="3025142"/>
                <a:ext cx="1532211" cy="2241405"/>
              </a:xfrm>
              <a:prstGeom prst="trapezoid">
                <a:avLst>
                  <a:gd name="adj" fmla="val 41074"/>
                </a:avLst>
              </a:prstGeom>
              <a:solidFill>
                <a:schemeClr val="accent4">
                  <a:alpha val="42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/>
          <p:cNvGrpSpPr/>
          <p:nvPr/>
        </p:nvGrpSpPr>
        <p:grpSpPr>
          <a:xfrm>
            <a:off x="1857542" y="1304927"/>
            <a:ext cx="2792133" cy="1099559"/>
            <a:chOff x="1857542" y="1304367"/>
            <a:chExt cx="2792133" cy="1099559"/>
          </a:xfrm>
        </p:grpSpPr>
        <p:pic>
          <p:nvPicPr>
            <p:cNvPr id="57" name="Picture 2" descr="Big Wave Polarized Sunglasses | Maui Jim®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9632" b="89802" l="7000" r="9311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57542" y="1304367"/>
              <a:ext cx="779502" cy="462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2507861" y="1665262"/>
              <a:ext cx="214181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Camera / IR based tracking fails with sunglasses, corrective lens</a:t>
              </a:r>
              <a:endParaRPr lang="en-US" sz="14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649675" y="4400715"/>
            <a:ext cx="2555246" cy="940068"/>
            <a:chOff x="4649675" y="4400715"/>
            <a:chExt cx="2555246" cy="940068"/>
          </a:xfrm>
        </p:grpSpPr>
        <p:pic>
          <p:nvPicPr>
            <p:cNvPr id="58" name="Picture 2" descr="Big Wave Polarized Sunglasses | Maui Jim®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9632" b="89802" l="7000" r="9311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649675" y="4400715"/>
              <a:ext cx="779502" cy="462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/>
            <p:cNvSpPr txBox="1"/>
            <p:nvPr/>
          </p:nvSpPr>
          <p:spPr>
            <a:xfrm>
              <a:off x="5345514" y="4602119"/>
              <a:ext cx="185940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UWB based tracking works with sunglasses, corrective lens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42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86796" y="6241897"/>
            <a:ext cx="3992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Analyze attention and focus of consumer on outdoor advertisements.</a:t>
            </a:r>
            <a:endParaRPr lang="en-US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8211710" y="2568591"/>
            <a:ext cx="391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Turn on watch / phone display if the person is looking at it.</a:t>
            </a:r>
            <a:endParaRPr lang="en-US" dirty="0" smtClean="0"/>
          </a:p>
        </p:txBody>
      </p:sp>
      <p:pic>
        <p:nvPicPr>
          <p:cNvPr id="3079" name="Picture 7" descr="The Best Short YouTube Videos Under 30 Seconds Lo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24"/>
          <a:stretch/>
        </p:blipFill>
        <p:spPr bwMode="auto">
          <a:xfrm>
            <a:off x="8198318" y="0"/>
            <a:ext cx="3928698" cy="256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BBH encourage Pokémon Go players to look for Missing Peopl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0"/>
          <a:stretch/>
        </p:blipFill>
        <p:spPr bwMode="auto">
          <a:xfrm>
            <a:off x="96060" y="3578528"/>
            <a:ext cx="3983185" cy="266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81687" y="2705289"/>
            <a:ext cx="39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Detect if driver is not looking at road and switch to auto-pilot.</a:t>
            </a:r>
            <a:endParaRPr lang="en-US" sz="1600" dirty="0" smtClean="0"/>
          </a:p>
        </p:txBody>
      </p:sp>
      <p:pic>
        <p:nvPicPr>
          <p:cNvPr id="29" name="Picture 5" descr="Tips for Driving Safely in the Glare of the Sun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0" y="68051"/>
            <a:ext cx="3984377" cy="264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397391" y="1491634"/>
            <a:ext cx="3730529" cy="3728257"/>
            <a:chOff x="4397391" y="1491634"/>
            <a:chExt cx="3730529" cy="3728257"/>
          </a:xfrm>
        </p:grpSpPr>
        <p:grpSp>
          <p:nvGrpSpPr>
            <p:cNvPr id="2" name="Group 1"/>
            <p:cNvGrpSpPr/>
            <p:nvPr/>
          </p:nvGrpSpPr>
          <p:grpSpPr>
            <a:xfrm>
              <a:off x="4447498" y="1491634"/>
              <a:ext cx="3680422" cy="3719971"/>
              <a:chOff x="3680479" y="1385447"/>
              <a:chExt cx="3680422" cy="3719971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3680479" y="2044447"/>
                <a:ext cx="3680422" cy="3060971"/>
                <a:chOff x="2379901" y="3748960"/>
                <a:chExt cx="3680422" cy="3060971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2379901" y="3864722"/>
                  <a:ext cx="3680422" cy="2945209"/>
                  <a:chOff x="2379901" y="3864722"/>
                  <a:chExt cx="3680422" cy="2945209"/>
                </a:xfrm>
              </p:grpSpPr>
              <p:pic>
                <p:nvPicPr>
                  <p:cNvPr id="36" name="Picture 2" descr="Mobile Phone Clipart High Res Stock Images | Shutterstock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6">
                    <a:duotone>
                      <a:schemeClr val="accent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9305" t="8198" r="7391" b="13577"/>
                  <a:stretch/>
                </p:blipFill>
                <p:spPr bwMode="auto">
                  <a:xfrm flipH="1">
                    <a:off x="4335927" y="3864722"/>
                    <a:ext cx="423287" cy="154954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379901" y="4269225"/>
                    <a:ext cx="3680422" cy="2540706"/>
                    <a:chOff x="2379901" y="4269225"/>
                    <a:chExt cx="3680422" cy="2540706"/>
                  </a:xfrm>
                </p:grpSpPr>
                <p:pic>
                  <p:nvPicPr>
                    <p:cNvPr id="1026" name="Picture 2" descr="Mobile Phone Clipart High Res Stock Images | Shutterstock"/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8199" t="8198" r="7391" b="13577"/>
                    <a:stretch/>
                  </p:blipFill>
                  <p:spPr bwMode="auto">
                    <a:xfrm>
                      <a:off x="2379901" y="4431459"/>
                      <a:ext cx="1589103" cy="154954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" name="Picture 4" descr="character looking away clip art - person looking right clipart PNG image  with transparent background | TOPpng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 cstate="print">
                      <a:extLst>
                        <a:ext uri="{BEBA8EAE-BF5A-486C-A8C5-ECC9F3942E4B}">
                          <a14:imgProps xmlns:a14="http://schemas.microsoft.com/office/drawing/2010/main">
                            <a14:imgLayer r:embed="rId8">
                              <a14:imgEffect>
                                <a14:backgroundRemoval t="466" b="96857" l="10000" r="9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 flipH="1">
                      <a:off x="4035749" y="4269225"/>
                      <a:ext cx="2024574" cy="2150231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42" name="TextBox 41"/>
                    <p:cNvSpPr txBox="1"/>
                    <p:nvPr/>
                  </p:nvSpPr>
                  <p:spPr>
                    <a:xfrm>
                      <a:off x="3748245" y="6163600"/>
                      <a:ext cx="1916611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b="1" dirty="0" smtClean="0"/>
                        <a:t>UWB based</a:t>
                      </a:r>
                    </a:p>
                    <a:p>
                      <a:pPr algn="ctr"/>
                      <a:r>
                        <a:rPr lang="en-US" b="1" dirty="0" smtClean="0"/>
                        <a:t>Eye tracking</a:t>
                      </a:r>
                    </a:p>
                  </p:txBody>
                </p:sp>
              </p:grpSp>
            </p:grpSp>
            <p:sp>
              <p:nvSpPr>
                <p:cNvPr id="43" name="TextBox 42"/>
                <p:cNvSpPr txBox="1"/>
                <p:nvPr/>
              </p:nvSpPr>
              <p:spPr>
                <a:xfrm>
                  <a:off x="3421464" y="5376247"/>
                  <a:ext cx="75084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b="1" dirty="0" err="1" smtClean="0">
                      <a:latin typeface="Arial Narrow" panose="020B0606020202030204" pitchFamily="34" charset="0"/>
                    </a:rPr>
                    <a:t>Tx</a:t>
                  </a:r>
                  <a:r>
                    <a:rPr lang="en-US" b="1" dirty="0" smtClean="0">
                      <a:latin typeface="Arial Narrow" panose="020B0606020202030204" pitchFamily="34" charset="0"/>
                    </a:rPr>
                    <a:t> Wave</a:t>
                  </a:r>
                  <a:endParaRPr lang="en-US" b="1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4562327" y="3748960"/>
                  <a:ext cx="70720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 smtClean="0">
                      <a:solidFill>
                        <a:schemeClr val="accent2">
                          <a:lumMod val="75000"/>
                        </a:schemeClr>
                      </a:solidFill>
                      <a:latin typeface="Arial Narrow" panose="020B0606020202030204" pitchFamily="34" charset="0"/>
                      <a:cs typeface="Arial" panose="020B0604020202020204" pitchFamily="34" charset="0"/>
                    </a:rPr>
                    <a:t>    Rx Wave</a:t>
                  </a:r>
                  <a:endParaRPr lang="en-US" b="1" dirty="0">
                    <a:solidFill>
                      <a:schemeClr val="accent2">
                        <a:lumMod val="75000"/>
                      </a:schemeClr>
                    </a:solidFill>
                    <a:latin typeface="Arial Narrow" panose="020B060602020203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4722042" y="1385447"/>
                <a:ext cx="1704454" cy="2241405"/>
                <a:chOff x="3441700" y="3025143"/>
                <a:chExt cx="1704454" cy="2241405"/>
              </a:xfrm>
            </p:grpSpPr>
            <p:graphicFrame>
              <p:nvGraphicFramePr>
                <p:cNvPr id="37" name="Object 36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3441700" y="3203740"/>
                <a:ext cx="750282" cy="710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50" name="Bitmap Image" r:id="rId9" imgW="445680" imgH="423000" progId="Paint.Picture.1">
                        <p:embed/>
                      </p:oleObj>
                    </mc:Choice>
                    <mc:Fallback>
                      <p:oleObj name="Bitmap Image" r:id="rId9" imgW="445680" imgH="423000" progId="Paint.Picture.1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441700" y="3203740"/>
                              <a:ext cx="750282" cy="71023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" name="Trapezoid 60"/>
                <p:cNvSpPr/>
                <p:nvPr/>
              </p:nvSpPr>
              <p:spPr>
                <a:xfrm rot="18968314">
                  <a:off x="3613943" y="3025143"/>
                  <a:ext cx="1532211" cy="2241405"/>
                </a:xfrm>
                <a:prstGeom prst="trapezoid">
                  <a:avLst>
                    <a:gd name="adj" fmla="val 41074"/>
                  </a:avLst>
                </a:prstGeom>
                <a:solidFill>
                  <a:schemeClr val="accent4">
                    <a:alpha val="42000"/>
                  </a:schemeClr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4" name="Rounded Rectangle 3"/>
            <p:cNvSpPr/>
            <p:nvPr/>
          </p:nvSpPr>
          <p:spPr>
            <a:xfrm>
              <a:off x="4397391" y="1548507"/>
              <a:ext cx="3482991" cy="367138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89" name="Picture 17" descr="This device turns your head into a controller (Tobii Eye Tracker 5 review)  - YouTube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29" y="4038984"/>
            <a:ext cx="3916291" cy="220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8127920" y="6208636"/>
            <a:ext cx="3982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Use your head / eyes as an immersive and hands free gaming controller.</a:t>
            </a:r>
            <a:endParaRPr lang="en-US" dirty="0" smtClean="0"/>
          </a:p>
        </p:txBody>
      </p:sp>
      <p:pic>
        <p:nvPicPr>
          <p:cNvPr id="32" name="Picture 2" descr="Big Wave Polarized Sunglasses | Maui Jim®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632" b="89802" l="7000" r="9311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74578" y="2766468"/>
            <a:ext cx="779502" cy="46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Big Wave Polarized Sunglasses | Maui Jim®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632" b="89802" l="7000" r="9311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403845" y="4530646"/>
            <a:ext cx="933331" cy="626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81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Office Theme</vt:lpstr>
      <vt:lpstr>Bitmap Image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Goyal</dc:creator>
  <cp:lastModifiedBy>Ashish Goyal</cp:lastModifiedBy>
  <cp:revision>1</cp:revision>
  <dcterms:created xsi:type="dcterms:W3CDTF">2021-07-15T11:51:04Z</dcterms:created>
  <dcterms:modified xsi:type="dcterms:W3CDTF">2021-07-15T11:51:42Z</dcterms:modified>
</cp:coreProperties>
</file>