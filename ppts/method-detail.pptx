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charts/chart7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
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80564929383827"/>
          <c:y val="0.0418149466192171"/>
          <c:w val="0.943632045994251"/>
          <c:h val="0.865769572953737"/>
        </c:manualLayout>
      </c:layout>
      <c:scatterChart>
        <c:scatterStyle val="line"/>
        <c:varyColors val="0"/>
        <c:ser>
          <c:idx val="0"/>
          <c:order val="0"/>
          <c:tx>
            <c:strRef>
              <c:f>label 1</c:f>
              <c:strCache>
                <c:ptCount val="1"/>
                <c:pt idx="0">
                  <c:v>Permittivity @ 3GHz</c:v>
                </c:pt>
              </c:strCache>
            </c:strRef>
          </c:tx>
          <c:spPr>
            <a:solidFill>
              <a:srgbClr val="004586"/>
            </a:solidFill>
            <a:ln w="28800">
              <a:solidFill>
                <a:srgbClr val="004586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0</c:f>
              <c:numCache>
                <c:formatCode>General</c:formatCode>
                <c:ptCount val="12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0.8</c:v>
                </c:pt>
                <c:pt idx="4">
                  <c:v>0.8</c:v>
                </c:pt>
                <c:pt idx="5">
                  <c:v>1.3</c:v>
                </c:pt>
                <c:pt idx="6">
                  <c:v>1.3</c:v>
                </c:pt>
                <c:pt idx="7">
                  <c:v>1.7</c:v>
                </c:pt>
                <c:pt idx="8">
                  <c:v>1.7</c:v>
                </c:pt>
                <c:pt idx="9">
                  <c:v>16.7</c:v>
                </c:pt>
                <c:pt idx="10">
                  <c:v>16.7</c:v>
                </c:pt>
                <c:pt idx="11">
                  <c:v>17</c:v>
                </c:pt>
              </c:numCache>
            </c:numRef>
          </c:xVal>
          <c:yVal>
            <c:numRef>
              <c:f>1</c:f>
              <c:numCache>
                <c:formatCode>General</c:formatCode>
                <c:ptCount val="12"/>
                <c:pt idx="0">
                  <c:v>7.81</c:v>
                </c:pt>
                <c:pt idx="1">
                  <c:v>7.81</c:v>
                </c:pt>
                <c:pt idx="2">
                  <c:v>8.03</c:v>
                </c:pt>
                <c:pt idx="3">
                  <c:v>8.03</c:v>
                </c:pt>
                <c:pt idx="4">
                  <c:v>8.03</c:v>
                </c:pt>
                <c:pt idx="5">
                  <c:v>8.03</c:v>
                </c:pt>
                <c:pt idx="6">
                  <c:v>4.73</c:v>
                </c:pt>
                <c:pt idx="7">
                  <c:v>4.73</c:v>
                </c:pt>
                <c:pt idx="8">
                  <c:v>7.7</c:v>
                </c:pt>
                <c:pt idx="9">
                  <c:v>7.7</c:v>
                </c:pt>
                <c:pt idx="10">
                  <c:v>8.58</c:v>
                </c:pt>
                <c:pt idx="11">
                  <c:v>8.58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Permittivity @ 10GHz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0</c:f>
              <c:numCache>
                <c:formatCode>General</c:formatCode>
                <c:ptCount val="12"/>
                <c:pt idx="0">
                  <c:v>0</c:v>
                </c:pt>
                <c:pt idx="1">
                  <c:v>0.5</c:v>
                </c:pt>
                <c:pt idx="2">
                  <c:v>0.5</c:v>
                </c:pt>
                <c:pt idx="3">
                  <c:v>0.8</c:v>
                </c:pt>
                <c:pt idx="4">
                  <c:v>0.8</c:v>
                </c:pt>
                <c:pt idx="5">
                  <c:v>1.3</c:v>
                </c:pt>
                <c:pt idx="6">
                  <c:v>1.3</c:v>
                </c:pt>
                <c:pt idx="7">
                  <c:v>1.7</c:v>
                </c:pt>
                <c:pt idx="8">
                  <c:v>1.7</c:v>
                </c:pt>
                <c:pt idx="9">
                  <c:v>16.7</c:v>
                </c:pt>
                <c:pt idx="10">
                  <c:v>16.7</c:v>
                </c:pt>
                <c:pt idx="11">
                  <c:v>17</c:v>
                </c:pt>
              </c:numCache>
            </c:numRef>
          </c:xVal>
          <c:yVal>
            <c:numRef>
              <c:f>2</c:f>
              <c:numCache>
                <c:formatCode>General</c:formatCode>
                <c:ptCount val="12"/>
                <c:pt idx="0">
                  <c:v>6.38</c:v>
                </c:pt>
                <c:pt idx="1">
                  <c:v>6.38</c:v>
                </c:pt>
                <c:pt idx="2">
                  <c:v>6.6</c:v>
                </c:pt>
                <c:pt idx="3">
                  <c:v>6.6</c:v>
                </c:pt>
                <c:pt idx="4">
                  <c:v>6.6</c:v>
                </c:pt>
                <c:pt idx="5">
                  <c:v>6.6</c:v>
                </c:pt>
                <c:pt idx="6">
                  <c:v>3.3</c:v>
                </c:pt>
                <c:pt idx="7">
                  <c:v>3.3</c:v>
                </c:pt>
                <c:pt idx="8">
                  <c:v>6.49</c:v>
                </c:pt>
                <c:pt idx="9">
                  <c:v>6.49</c:v>
                </c:pt>
                <c:pt idx="10">
                  <c:v>7.48</c:v>
                </c:pt>
                <c:pt idx="11">
                  <c:v>7.48</c:v>
                </c:pt>
              </c:numCache>
            </c:numRef>
          </c:yVal>
          <c:smooth val="0"/>
        </c:ser>
        <c:axId val="92252850"/>
        <c:axId val="7107315"/>
      </c:scatterChart>
      <c:valAx>
        <c:axId val="9225285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7107315"/>
        <c:crosses val="autoZero"/>
        <c:crossBetween val="between"/>
      </c:valAx>
      <c:valAx>
        <c:axId val="7107315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92252850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257530308711411"/>
          <c:y val="0.396241103202847"/>
          <c:w val="0.286607087057059"/>
          <c:h val="0.121677232788344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latin typeface="Arial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DF7D83C7-0459-42EA-8394-56E2D349988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176120" y="169200"/>
            <a:ext cx="4695480" cy="4114440"/>
          </a:xfrm>
          <a:prstGeom prst="rect">
            <a:avLst/>
          </a:prstGeom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914400" y="2286000"/>
            <a:ext cx="3200400" cy="914400"/>
          </a:xfrm>
          <a:prstGeom prst="line">
            <a:avLst/>
          </a:prstGeom>
          <a:ln w="38160">
            <a:solidFill>
              <a:srgbClr val="ed4c0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914400" y="2286000"/>
            <a:ext cx="3429000" cy="457200"/>
          </a:xfrm>
          <a:prstGeom prst="line">
            <a:avLst/>
          </a:prstGeom>
          <a:ln w="38160">
            <a:solidFill>
              <a:srgbClr val="008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 rot="5400000">
            <a:off x="147240" y="1985760"/>
            <a:ext cx="766440" cy="60444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/>
          <p:nvPr/>
        </p:nvSpPr>
        <p:spPr>
          <a:xfrm rot="5400000">
            <a:off x="5427000" y="934920"/>
            <a:ext cx="1485720" cy="343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AIR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 rot="5400000">
            <a:off x="5842080" y="862920"/>
            <a:ext cx="1485720" cy="487080"/>
          </a:xfrm>
          <a:prstGeom prst="rect">
            <a:avLst/>
          </a:prstGeom>
          <a:solidFill>
            <a:srgbClr val="cccccc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CORNEA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 rot="5400000">
            <a:off x="6257160" y="934920"/>
            <a:ext cx="1485720" cy="343080"/>
          </a:xfrm>
          <a:prstGeom prst="rect">
            <a:avLst/>
          </a:prstGeom>
          <a:solidFill>
            <a:srgbClr val="0b68c5"/>
          </a:solidFill>
          <a:ln w="0">
            <a:solidFill>
              <a:srgbClr val="0080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IRIS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rot="5400000">
            <a:off x="6702120" y="838440"/>
            <a:ext cx="1485720" cy="5356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PUPIL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rot="5400000">
            <a:off x="8015760" y="420480"/>
            <a:ext cx="1485720" cy="1371600"/>
          </a:xfrm>
          <a:prstGeom prst="rect">
            <a:avLst/>
          </a:prstGeom>
          <a:solidFill>
            <a:srgbClr val="a5c8ec"/>
          </a:solidFill>
          <a:ln w="0">
            <a:solidFill>
              <a:srgbClr val="a5c8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VITREOUS</a:t>
            </a:r>
            <a:endParaRPr b="0" lang="en-US" sz="1800" spc="-1" strike="noStrike">
              <a:latin typeface="Arial"/>
            </a:endParaRPr>
          </a:p>
          <a:p>
            <a:pPr algn="ctr"/>
            <a:r>
              <a:rPr b="0" lang="en-US" sz="1800" spc="-1" strike="noStrike">
                <a:latin typeface="Arial"/>
              </a:rPr>
              <a:t>HUMOR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rot="5400000">
            <a:off x="8870040" y="934920"/>
            <a:ext cx="1485720" cy="3430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RETINA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172200" y="228600"/>
            <a:ext cx="3657600" cy="3600"/>
          </a:xfrm>
          <a:prstGeom prst="line">
            <a:avLst/>
          </a:prstGeom>
          <a:ln w="38160">
            <a:solidFill>
              <a:srgbClr val="0b68c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"/>
          <p:cNvSpPr/>
          <p:nvPr/>
        </p:nvSpPr>
        <p:spPr>
          <a:xfrm rot="5400000">
            <a:off x="5427000" y="3723120"/>
            <a:ext cx="1485720" cy="343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AIR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rot="5400000">
            <a:off x="5842080" y="3651120"/>
            <a:ext cx="1485720" cy="487080"/>
          </a:xfrm>
          <a:prstGeom prst="rect">
            <a:avLst/>
          </a:prstGeom>
          <a:solidFill>
            <a:srgbClr val="cccccc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CORNEA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rot="5400000">
            <a:off x="6395400" y="3584520"/>
            <a:ext cx="1485720" cy="619920"/>
          </a:xfrm>
          <a:prstGeom prst="rect">
            <a:avLst/>
          </a:prstGeom>
          <a:solidFill>
            <a:srgbClr val="0b68c5"/>
          </a:solidFill>
          <a:ln w="0">
            <a:solidFill>
              <a:srgbClr val="0080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IRIS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rot="5400000">
            <a:off x="6837840" y="3762360"/>
            <a:ext cx="1485720" cy="2646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PUPIL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 rot="5400000">
            <a:off x="7905960" y="3354480"/>
            <a:ext cx="1485720" cy="1080000"/>
          </a:xfrm>
          <a:prstGeom prst="rect">
            <a:avLst/>
          </a:prstGeom>
          <a:solidFill>
            <a:srgbClr val="a5c8ec"/>
          </a:solidFill>
          <a:ln w="0">
            <a:solidFill>
              <a:srgbClr val="a5c8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VITREOUS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HUMOR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rot="5400000">
            <a:off x="8618040" y="3723120"/>
            <a:ext cx="1485720" cy="3430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RETINA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148800" y="3020400"/>
            <a:ext cx="3429000" cy="0"/>
          </a:xfrm>
          <a:prstGeom prst="line">
            <a:avLst/>
          </a:prstGeom>
          <a:ln w="38160">
            <a:solidFill>
              <a:srgbClr val="ff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"/>
          <p:cNvSpPr txBox="1"/>
          <p:nvPr/>
        </p:nvSpPr>
        <p:spPr>
          <a:xfrm>
            <a:off x="0" y="4307400"/>
            <a:ext cx="5715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Microsoft YaHei"/>
              </a:rPr>
              <a:t>Eye tissue thickness varies across different angles of UWB radar waves. Variation in eye tissue thickness can be calculated from reflected UWB waves and used to reconstruct eye image.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0" y="2743200"/>
            <a:ext cx="9144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UWB Radar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305400" y="2057400"/>
            <a:ext cx="45720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"/>
          <p:cNvSpPr/>
          <p:nvPr/>
        </p:nvSpPr>
        <p:spPr>
          <a:xfrm>
            <a:off x="6762600" y="2057400"/>
            <a:ext cx="41148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"/>
          <p:cNvSpPr/>
          <p:nvPr/>
        </p:nvSpPr>
        <p:spPr>
          <a:xfrm>
            <a:off x="7174080" y="2057400"/>
            <a:ext cx="53892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8124480" y="2057400"/>
            <a:ext cx="128016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/>
          <p:nvPr/>
        </p:nvSpPr>
        <p:spPr>
          <a:xfrm>
            <a:off x="9404640" y="2057400"/>
            <a:ext cx="36576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"/>
          <p:cNvSpPr/>
          <p:nvPr/>
        </p:nvSpPr>
        <p:spPr>
          <a:xfrm rot="5400000">
            <a:off x="7122600" y="934920"/>
            <a:ext cx="1485720" cy="343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LENS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rot="5400000">
            <a:off x="7158600" y="3723120"/>
            <a:ext cx="1485720" cy="343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LENS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713000" y="2057400"/>
            <a:ext cx="41148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"/>
          <p:cNvSpPr/>
          <p:nvPr/>
        </p:nvSpPr>
        <p:spPr>
          <a:xfrm>
            <a:off x="6363000" y="4764600"/>
            <a:ext cx="45720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"/>
          <p:cNvSpPr/>
          <p:nvPr/>
        </p:nvSpPr>
        <p:spPr>
          <a:xfrm>
            <a:off x="6762600" y="4764600"/>
            <a:ext cx="68580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"/>
          <p:cNvSpPr/>
          <p:nvPr/>
        </p:nvSpPr>
        <p:spPr>
          <a:xfrm>
            <a:off x="7412400" y="4764600"/>
            <a:ext cx="32004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"/>
          <p:cNvSpPr/>
          <p:nvPr/>
        </p:nvSpPr>
        <p:spPr>
          <a:xfrm>
            <a:off x="8110080" y="4764600"/>
            <a:ext cx="109728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"/>
          <p:cNvSpPr/>
          <p:nvPr/>
        </p:nvSpPr>
        <p:spPr>
          <a:xfrm>
            <a:off x="9207360" y="4764600"/>
            <a:ext cx="36576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"/>
          <p:cNvSpPr/>
          <p:nvPr/>
        </p:nvSpPr>
        <p:spPr>
          <a:xfrm>
            <a:off x="7698600" y="4764600"/>
            <a:ext cx="411480" cy="0"/>
          </a:xfrm>
          <a:prstGeom prst="line">
            <a:avLst/>
          </a:prstGeom>
          <a:ln w="19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 txBox="1"/>
          <p:nvPr/>
        </p:nvSpPr>
        <p:spPr>
          <a:xfrm>
            <a:off x="6208200" y="209340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0.5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629400" y="209340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0.3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086600" y="209340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0.5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543800" y="209340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458200" y="209340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15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252000" y="209340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280200" y="483984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0.5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773400" y="483984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0.7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230600" y="4839840"/>
            <a:ext cx="685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0.3</a:t>
            </a:r>
            <a:endParaRPr b="0" lang="en-US" sz="1400" spc="-1" strike="noStrike">
              <a:latin typeface="Arial"/>
            </a:endParaRPr>
          </a:p>
          <a:p>
            <a:pPr algn="ctr"/>
            <a:endParaRPr b="0" lang="en-US" sz="1400" spc="-1" strike="noStrike"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579800" y="483984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350200" y="483984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14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036000" y="4839840"/>
            <a:ext cx="685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0.3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172200" y="2286000"/>
            <a:ext cx="376560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Arial"/>
              </a:rPr>
              <a:t>Thickness in mm across blue wave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064200" y="5029200"/>
            <a:ext cx="376560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Arial"/>
              </a:rPr>
              <a:t>Thickness in mm across red wave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flipV="1">
            <a:off x="914760" y="1371600"/>
            <a:ext cx="2514240" cy="914400"/>
          </a:xfrm>
          <a:prstGeom prst="line">
            <a:avLst/>
          </a:prstGeom>
          <a:ln w="38160">
            <a:solidFill>
              <a:srgbClr val="b2b2b2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961560" y="25200"/>
            <a:ext cx="3839040" cy="337500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747720" y="1761480"/>
            <a:ext cx="2616480" cy="750240"/>
          </a:xfrm>
          <a:prstGeom prst="line">
            <a:avLst/>
          </a:prstGeom>
          <a:ln w="38160">
            <a:solidFill>
              <a:srgbClr val="ed4c0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"/>
          <p:cNvSpPr/>
          <p:nvPr/>
        </p:nvSpPr>
        <p:spPr>
          <a:xfrm>
            <a:off x="747720" y="1761480"/>
            <a:ext cx="2803320" cy="375120"/>
          </a:xfrm>
          <a:prstGeom prst="line">
            <a:avLst/>
          </a:prstGeom>
          <a:ln w="38160">
            <a:solidFill>
              <a:srgbClr val="008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 rot="5400000">
            <a:off x="119520" y="1515960"/>
            <a:ext cx="628560" cy="49428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 txBox="1"/>
          <p:nvPr/>
        </p:nvSpPr>
        <p:spPr>
          <a:xfrm>
            <a:off x="0" y="2136600"/>
            <a:ext cx="9144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UWB Radar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748080" y="1371600"/>
            <a:ext cx="2680920" cy="389880"/>
          </a:xfrm>
          <a:prstGeom prst="line">
            <a:avLst/>
          </a:prstGeom>
          <a:ln w="38160">
            <a:solidFill>
              <a:srgbClr val="b2b2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6" name="" descr=""/>
          <p:cNvPicPr/>
          <p:nvPr/>
        </p:nvPicPr>
        <p:blipFill>
          <a:blip r:embed="rId3"/>
          <a:stretch/>
        </p:blipFill>
        <p:spPr>
          <a:xfrm>
            <a:off x="4966200" y="25200"/>
            <a:ext cx="5090400" cy="408960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 txBox="1"/>
          <p:nvPr/>
        </p:nvSpPr>
        <p:spPr>
          <a:xfrm rot="5400000">
            <a:off x="4049640" y="1848240"/>
            <a:ext cx="22860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400" spc="-1" strike="noStrike">
                <a:latin typeface="Arial"/>
              </a:rPr>
              <a:t>Electric field</a:t>
            </a:r>
            <a:endParaRPr b="1" lang="en-US" sz="1400" spc="-1" strike="noStrike">
              <a:latin typeface="Arial"/>
            </a:endParaRPr>
          </a:p>
          <a:p>
            <a:pPr algn="ctr"/>
            <a:r>
              <a:rPr b="1" lang="en-US" sz="1400" spc="-1" strike="noStrike">
                <a:latin typeface="Arial"/>
              </a:rPr>
              <a:t>V/m</a:t>
            </a:r>
            <a:endParaRPr b="1" lang="en-US" sz="1400" spc="-1" strike="noStrike"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773400" y="4042800"/>
            <a:ext cx="1828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1400" spc="-1" strike="noStrike">
                <a:latin typeface="Arial"/>
              </a:rPr>
              <a:t>Distance (mm)</a:t>
            </a:r>
            <a:endParaRPr b="1" lang="en-US" sz="140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28600" y="4379400"/>
            <a:ext cx="9601200" cy="72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Microsoft YaHei"/>
              </a:rPr>
              <a:t>Reflection data of UWB waves directed at various angles (red, blue and gray rays). This data is used to find thickness of the eye tissues and reconstruct eye.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"/>
          <p:cNvGraphicFramePr/>
          <p:nvPr/>
        </p:nvGraphicFramePr>
        <p:xfrm>
          <a:off x="4272840" y="2091240"/>
          <a:ext cx="5760360" cy="3236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1" name=""/>
          <p:cNvSpPr txBox="1"/>
          <p:nvPr/>
        </p:nvSpPr>
        <p:spPr>
          <a:xfrm>
            <a:off x="4546800" y="1840680"/>
            <a:ext cx="525780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1400" spc="-1" strike="noStrike">
                <a:latin typeface="Times New Roman"/>
              </a:rPr>
              <a:t>Relative permittivity of the eye tissues at 3.0 and 10 GHz vs distance.</a:t>
            </a:r>
            <a:endParaRPr b="0" i="1" lang="en-US" sz="1400" spc="-1" strike="noStrike">
              <a:latin typeface="Times New Roman"/>
              <a:ea typeface="Times New Roman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57200" y="811440"/>
            <a:ext cx="2743200" cy="33285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 txBox="1"/>
          <p:nvPr/>
        </p:nvSpPr>
        <p:spPr>
          <a:xfrm rot="5400000">
            <a:off x="-577800" y="21906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Relative permittivity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107000" y="3847680"/>
            <a:ext cx="1828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Frequency (Hz)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 rot="5400000">
            <a:off x="2946240" y="32706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Relative permittivity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375600" y="5328000"/>
            <a:ext cx="18288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Distance (mm)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 rot="5400000">
            <a:off x="3877920" y="857880"/>
            <a:ext cx="1369800" cy="182880"/>
          </a:xfrm>
          <a:prstGeom prst="rect">
            <a:avLst/>
          </a:prstGeom>
          <a:solidFill>
            <a:srgbClr val="cccccc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200" spc="-1" strike="noStrike">
                <a:latin typeface="Arial"/>
              </a:rPr>
              <a:t>CORNEA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 rot="5400000">
            <a:off x="4108680" y="814320"/>
            <a:ext cx="1370160" cy="274320"/>
          </a:xfrm>
          <a:prstGeom prst="rect">
            <a:avLst/>
          </a:prstGeom>
          <a:solidFill>
            <a:srgbClr val="0b68c5"/>
          </a:solidFill>
          <a:ln w="0">
            <a:solidFill>
              <a:srgbClr val="0080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IRIS + CORNEA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 rot="5400000">
            <a:off x="6634440" y="-1254240"/>
            <a:ext cx="1369800" cy="4407480"/>
          </a:xfrm>
          <a:prstGeom prst="rect">
            <a:avLst/>
          </a:prstGeom>
          <a:solidFill>
            <a:srgbClr val="a5c8ec"/>
          </a:solidFill>
          <a:ln w="0">
            <a:solidFill>
              <a:srgbClr val="a5c8e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VITREOUS</a:t>
            </a:r>
            <a:endParaRPr b="0" lang="en-US" sz="1400" spc="-1" strike="noStrike">
              <a:latin typeface="Arial"/>
            </a:endParaRPr>
          </a:p>
          <a:p>
            <a:pPr algn="ctr"/>
            <a:r>
              <a:rPr b="0" lang="en-US" sz="1400" spc="-1" strike="noStrike">
                <a:latin typeface="Arial"/>
              </a:rPr>
              <a:t>HUMOR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 rot="5400000">
            <a:off x="8935560" y="857880"/>
            <a:ext cx="1369800" cy="1828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400" spc="-1" strike="noStrike">
                <a:latin typeface="Arial"/>
              </a:rPr>
              <a:t>RETINA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 rot="5400000">
            <a:off x="4339800" y="894600"/>
            <a:ext cx="1369800" cy="109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200" spc="-1" strike="noStrike">
                <a:latin typeface="Arial"/>
              </a:rPr>
              <a:t>LENS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05800" y="4138200"/>
            <a:ext cx="2743200" cy="48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i="1" lang="en-US" sz="1400" spc="-1" strike="noStrike">
                <a:latin typeface="Times New Roman"/>
              </a:rPr>
              <a:t>Relative permittivity of the eye tissues at 1 GHz to 10 GHz</a:t>
            </a:r>
            <a:endParaRPr b="0" i="1" lang="en-US" sz="1400" spc="-1" strike="noStrike">
              <a:latin typeface="Times New Roman"/>
              <a:ea typeface="Times New Roman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1130760" y="1134000"/>
            <a:ext cx="123840" cy="11916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4"/>
          <a:stretch/>
        </p:blipFill>
        <p:spPr>
          <a:xfrm>
            <a:off x="1130760" y="905400"/>
            <a:ext cx="119160" cy="16200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5"/>
          <a:stretch/>
        </p:blipFill>
        <p:spPr>
          <a:xfrm>
            <a:off x="2139480" y="1341720"/>
            <a:ext cx="133200" cy="12384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6"/>
          <a:stretch/>
        </p:blipFill>
        <p:spPr>
          <a:xfrm>
            <a:off x="1130760" y="1362600"/>
            <a:ext cx="114480" cy="11916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7"/>
          <a:stretch/>
        </p:blipFill>
        <p:spPr>
          <a:xfrm>
            <a:off x="2139480" y="884520"/>
            <a:ext cx="114480" cy="12852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8"/>
          <a:stretch/>
        </p:blipFill>
        <p:spPr>
          <a:xfrm>
            <a:off x="2139480" y="1113120"/>
            <a:ext cx="114480" cy="11916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1179360" y="83340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Retina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213920" y="104940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Iris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177920" y="126756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Choroid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187000" y="79992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Vitreous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178280" y="126756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Choroid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187360" y="101304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Lens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187720" y="1265040"/>
            <a:ext cx="1143000" cy="2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Arial"/>
              </a:rPr>
              <a:t>Cornea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 flipV="1">
            <a:off x="4608000" y="1636200"/>
            <a:ext cx="0" cy="1143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 flipV="1">
            <a:off x="4824000" y="1636560"/>
            <a:ext cx="0" cy="10972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 flipV="1">
            <a:off x="4993200" y="1636920"/>
            <a:ext cx="10800" cy="2020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 flipV="1">
            <a:off x="7380000" y="1636560"/>
            <a:ext cx="0" cy="1143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 flipV="1">
            <a:off x="4608000" y="1636560"/>
            <a:ext cx="0" cy="1143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 flipV="1">
            <a:off x="9612000" y="1636920"/>
            <a:ext cx="0" cy="9691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LibreOffice/7.1.4.2$Windows_X86_64 LibreOffice_project/a529a4fab45b75fefc5b6226684193eb000654f6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2021-08-15T17:59:17Z</dcterms:created>
  <dc:creator/>
  <dc:description/>
  <dc:language>en-US</dc:language>
  <cp:lastModifiedBy/>
  <dcterms:modified xsi:type="dcterms:W3CDTF">2021-08-15T21:13:33Z</dcterms:modified>
  <cp:revision>10</cp:revision>
  <dc:subject/>
  <dc:title/>
</cp:coreProperties>
</file>